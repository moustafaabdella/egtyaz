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  <p:sldMasterId id="2147483672" r:id="rId3"/>
  </p:sldMasterIdLst>
  <p:notesMasterIdLst>
    <p:notesMasterId r:id="rId31"/>
  </p:notesMasterIdLst>
  <p:sldIdLst>
    <p:sldId id="265" r:id="rId4"/>
    <p:sldId id="281" r:id="rId5"/>
    <p:sldId id="284" r:id="rId6"/>
    <p:sldId id="294" r:id="rId7"/>
    <p:sldId id="295" r:id="rId8"/>
    <p:sldId id="296" r:id="rId9"/>
    <p:sldId id="291" r:id="rId10"/>
    <p:sldId id="292" r:id="rId11"/>
    <p:sldId id="293" r:id="rId12"/>
    <p:sldId id="288" r:id="rId13"/>
    <p:sldId id="289" r:id="rId14"/>
    <p:sldId id="290" r:id="rId15"/>
    <p:sldId id="285" r:id="rId16"/>
    <p:sldId id="286" r:id="rId17"/>
    <p:sldId id="287" r:id="rId18"/>
    <p:sldId id="283" r:id="rId19"/>
    <p:sldId id="308" r:id="rId20"/>
    <p:sldId id="309" r:id="rId21"/>
    <p:sldId id="310" r:id="rId22"/>
    <p:sldId id="305" r:id="rId23"/>
    <p:sldId id="306" r:id="rId24"/>
    <p:sldId id="307" r:id="rId25"/>
    <p:sldId id="298" r:id="rId26"/>
    <p:sldId id="302" r:id="rId27"/>
    <p:sldId id="303" r:id="rId28"/>
    <p:sldId id="304" r:id="rId29"/>
    <p:sldId id="282" r:id="rId30"/>
  </p:sldIdLst>
  <p:sldSz cx="9144000" cy="5143500" type="screen16x9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89" d="100"/>
          <a:sy n="89" d="100"/>
        </p:scale>
        <p:origin x="-846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99A1122-2012-4F2C-9F9E-61B37E106709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38CB5F2-F542-4836-A85B-C90783F2214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2080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2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2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8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3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45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49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61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28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31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48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2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78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94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4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34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89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45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21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06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71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74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61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/>
              <a:t>20/10/46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46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13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20/10/46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ar-S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30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590" y="339502"/>
            <a:ext cx="4464496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03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الأعداد العشرية</a:t>
            </a:r>
            <a:endParaRPr lang="ar-SA" sz="2800" b="1" dirty="0"/>
          </a:p>
        </p:txBody>
      </p:sp>
      <p:pic>
        <p:nvPicPr>
          <p:cNvPr id="2" name="Picture 3" descr="C:\Users\Saad\Pictures\2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9" y="627534"/>
            <a:ext cx="6427773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60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lvl="0" algn="ctr"/>
            <a:r>
              <a:rPr lang="ar-SA" sz="2800" b="1" dirty="0">
                <a:solidFill>
                  <a:prstClr val="black"/>
                </a:solidFill>
              </a:rPr>
              <a:t>الأعداد العشرية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627534"/>
            <a:ext cx="66198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5287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lvl="0" algn="ctr"/>
            <a:r>
              <a:rPr lang="ar-SA" sz="2800" b="1" dirty="0">
                <a:solidFill>
                  <a:prstClr val="black"/>
                </a:solidFill>
              </a:rPr>
              <a:t>الأعداد العشرية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27534"/>
            <a:ext cx="660082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8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lvl="0" algn="ctr"/>
            <a:r>
              <a:rPr lang="ar-SA" sz="2800" b="1" dirty="0">
                <a:solidFill>
                  <a:prstClr val="black"/>
                </a:solidFill>
              </a:rPr>
              <a:t>الأعداد العشرية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651892"/>
            <a:ext cx="661035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0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lvl="0" algn="ctr"/>
            <a:r>
              <a:rPr lang="ar-SA" sz="2800" b="1" dirty="0">
                <a:solidFill>
                  <a:prstClr val="black"/>
                </a:solidFill>
              </a:rPr>
              <a:t>الأعداد العشرية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27534"/>
            <a:ext cx="66008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02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627534"/>
            <a:ext cx="65722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8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627534"/>
            <a:ext cx="65817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0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27534"/>
            <a:ext cx="660082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02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627534"/>
            <a:ext cx="659130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8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27534"/>
            <a:ext cx="660082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0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627534"/>
            <a:ext cx="65436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02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27534"/>
            <a:ext cx="65532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8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627534"/>
            <a:ext cx="65913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0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627534"/>
            <a:ext cx="65913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02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627534"/>
            <a:ext cx="666750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027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76275"/>
            <a:ext cx="66008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95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627534"/>
            <a:ext cx="658177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125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627534"/>
            <a:ext cx="661987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50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627534"/>
            <a:ext cx="659130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95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656828"/>
            <a:ext cx="656272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125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627534"/>
            <a:ext cx="65722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50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627534"/>
            <a:ext cx="659130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126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27534"/>
            <a:ext cx="66008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95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659507"/>
            <a:ext cx="65817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125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مستدير الزوايا 12"/>
          <p:cNvSpPr/>
          <p:nvPr/>
        </p:nvSpPr>
        <p:spPr>
          <a:xfrm>
            <a:off x="6892923" y="4655479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أ / سعد ابراهيم</a:t>
            </a:r>
            <a:endParaRPr lang="ar-SA" sz="2000" dirty="0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5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510" y="3507854"/>
            <a:ext cx="1146998" cy="108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" y="3507854"/>
            <a:ext cx="1152128" cy="11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مستطيل مستدير الزوايا 10"/>
          <p:cNvSpPr/>
          <p:nvPr/>
        </p:nvSpPr>
        <p:spPr>
          <a:xfrm>
            <a:off x="179512" y="4651803"/>
            <a:ext cx="2090172" cy="3051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4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0569782667</a:t>
            </a:r>
          </a:p>
        </p:txBody>
      </p:sp>
      <p:sp>
        <p:nvSpPr>
          <p:cNvPr id="3" name="مستطيل مستدير الزوايا 2"/>
          <p:cNvSpPr/>
          <p:nvPr/>
        </p:nvSpPr>
        <p:spPr>
          <a:xfrm>
            <a:off x="6348885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القدرات العامة</a:t>
            </a:r>
            <a:endParaRPr lang="ar-SA" sz="2800" b="1" dirty="0"/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370237" y="195486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القسم الكمي</a:t>
            </a:r>
            <a:endParaRPr lang="ar-SA" sz="2800" b="1" dirty="0"/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383074" y="4632363"/>
            <a:ext cx="2376264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 smtClean="0"/>
              <a:t>دورة التأسيس</a:t>
            </a:r>
            <a:endParaRPr lang="ar-SA" sz="2800" b="1" dirty="0"/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2987824" y="195486"/>
            <a:ext cx="3168352" cy="3513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الأعداد العشرية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627534"/>
            <a:ext cx="656272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50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590" y="339502"/>
            <a:ext cx="4464496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11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2808</TotalTime>
  <Words>325</Words>
  <Application>Microsoft Office PowerPoint</Application>
  <PresentationFormat>عرض على الشاشة (9:16)‏</PresentationFormat>
  <Paragraphs>150</Paragraphs>
  <Slides>27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3</vt:i4>
      </vt:variant>
      <vt:variant>
        <vt:lpstr>عناوين الشرائح</vt:lpstr>
      </vt:variant>
      <vt:variant>
        <vt:i4>27</vt:i4>
      </vt:variant>
    </vt:vector>
  </HeadingPairs>
  <TitlesOfParts>
    <vt:vector size="30" baseType="lpstr">
      <vt:lpstr>سمة Office</vt:lpstr>
      <vt:lpstr>1_سمة Office</vt:lpstr>
      <vt:lpstr>2_سمة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Saad</dc:creator>
  <cp:lastModifiedBy>Saad</cp:lastModifiedBy>
  <cp:revision>179</cp:revision>
  <dcterms:created xsi:type="dcterms:W3CDTF">2022-08-21T03:48:08Z</dcterms:created>
  <dcterms:modified xsi:type="dcterms:W3CDTF">2025-04-18T04:14:54Z</dcterms:modified>
</cp:coreProperties>
</file>